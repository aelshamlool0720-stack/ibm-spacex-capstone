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FALCON 9 |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IBM APPLIED DATA SCIENCE CAPSTONE •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End-to-end study: API extraction • scraping • cleaning • SQL • visualization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Objective: predict first-stage landing outcome from launch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Prepared from six uploaded IBM lab notebooks; unexecuted results are transparently 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IMPORTANT: Final quantitative findings require executing the uploaded notebooks.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What the project investigates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Business problem: booster recovery is central to reusable-launch economics; prediction supports understanding of launch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Data sources: SpaceX launch API and Falcon 9 Wikipedia launch tables; IBM-provided curated datasets used in later labs.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Methods: Pandas preprocessing, SQL, Seaborn EDA, Folium geospatial analysis, Plotly Dash exploration, four classification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Deliverable status: code/methods verified from notebooks; empirical model scores and charts are unavailable because supplied notebooks lack executed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INTRODUCTION | DECISION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From launches to a binary classification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Question: given flight and mission attributes, will the first stage land successfully?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Target: Class = 1 for successful recovery and 0 otherwise, as defined in the IBM project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Candidate predictors: FlightNumber, PayloadMass, Orbit, LaunchSite, Flights, GridFins, Reused, Legs, LandingPad, Block, ReusedCount and Serial.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analysis is retrospective; correlations do not establish that any feature causes a successful landing.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Six notebooks provided; dashboard source not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01  Collect API launch records and enrich rocket / payload / launchpad / core identifiers.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02  Parse launch tables from Wikipedia and assemble tabular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03  Clean, derive target labels and encode categorical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04  Analyze SQL summaries and Seaborn charts; explore launch locations using Folium.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05  Fit and compare logistic regression, SVM, decision tree and k-nearest neighbors.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DATA COLLECTION | SPACEX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jupyter-labs-spacex-data-collection-api-v2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Use requests to obtain launch records and normalize nested JSON into a dataframe.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Helper functions retrieve related metadata: booster details, launchpad, payload and core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Retain launch date, flight number, payload mass, orbit, landing outcome and reuse-related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1888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Check HTTP status and completeness before exporting; one saved response is HTML rather than the expected JSON, so collection must be revalidated.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GET launches → resolve nested IDs → build DataFrame → filter Falcon 9 →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DATA COLLECTION |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jupyter-labs-webscraping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Request the Wikipedia list of Falcon 9 / Falcon Heavy launches.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Use BeautifulSoup to identify launch tables and parse header / row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Extract launch identifiers, booster version, payload, payload mass, orbit, customer and mission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Standardize strings, units and missing values before constructing a Pandas dataframe.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requests.get(url) → BeautifulSoup(html) → table rows → launch_dict → DataFrame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DATA WRANGLING |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API and EDA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Filter to the Falcon 9 first-stage analysis population.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Replace missing PayloadMass with the column mean as specified by the IBM collection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Create binary Class labels from landing outcomes; review ambiguous landing outcomes rather than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Select modeling predictors, one-hot encode Orbit / LaunchSite / other categorical features and cast numeric columns to float64.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features = pd.get_dummies(features, columns=['Orbit','LaunchSite', ...])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EDA METHODOLOGY | WHY THESE CHARTS?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jupyter-labs-eda-dataviz-v2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Scatter: FlightNumber × PayloadMass colored by Class → experience and payload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Categorical scatter: FlightNumber × LaunchSite and PayloadMass × LaunchSite → site-specific distributions.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Bar: landing success fraction by Orbit → compare outcomes across mission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Line: yearly average Class → visualize how historical landing outcomes evolve.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EDA | FLIGHT EXPERIENCE &amp;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Required scatter-plot result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lab describes a qualitative trend toward more successful landings at later flight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lab also proposes that payload mass may relate to recovery outcome; assess visually with class-colored markers.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Recommended axes: FlightNumber (x), PayloadMass in kg (y), Class (color).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chart absent from uploaded notebook outputs; no numeric effect size can be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sns.catplot(x="FlightNumber", y="PayloadMass", hue="Class", data=df)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EDA | LAUNCH SITE &amp;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Required site and orbit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FlightNumber × LaunchSite identifies launch chronology and outcome at each facility.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PayloadMass × LaunchSite reveals which sites handled different payload ranges.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lab text notes no &gt;10,000 kg payload launches at VAFB-SLC in its example dataset; verify on rerun.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Success by Orbit should be computed as mean(Class) per orbit, not inferred from counts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df.groupby('Orbit')['Class'].mean().sort_values()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EDA | YEARLY LANDING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Trend interpretation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Convert Date to year and calculate mean Class for each calendar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Plot annual recovery success fraction to inspect operational learning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Interpret early/late years carefully: sample sizes and mission mix may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notebook contains chart instructions but no saved output or annual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df.groupby('Year')['Class'].mean().plot(kind='line')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EDA WITH SQL | QUERY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jupyter-labs-eda-sql-coursera_sqllite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SQL exploration answers structured questions about launch sites, payloads and mission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Core operations: SELECT, DISTINCT, WHERE, GROUP BY, ORDER BY, COUNT, SUM and AVG.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Use launch-site aggregation to measure launch frequency; calculate outcome ratios only with a valid success indicator.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supplied SQL notebook has no executed query outputs; do not claim specific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SELECT Launch_Site, COUNT(*) AS launches FROM SPACEXTBL GROUP BY Launch_Site;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SQL | SITE AND PAYLOAD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Examples aligned with required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Which launch sites appear in the dataset? Use SELECT DISTINCT Launch_Site.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How many launches occurred at each site? Use GROUP BY Launch_Site and COUNT(*).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Which payloads were heaviest? Sort PAYLOAD_MASS__KG_ descending; inspect mission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Which dates and booster outcomes matter? Filter dates and Landing_Outcome values explicitly.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SELECT Launch_Site, MAX(PAYLOAD_MASS__KG_) FROM SPACEXTBL GROUP BY Launch_Site;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SQL | RANKINGS AND 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Queries should return tables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Rank sites by launch volume and compare their mission mix.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Filter mission years to inspect changes in landing outcomes across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Compare total successful outcomes to all outcomes using explicit success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Do not equate mission success with first-stage landing success: these are different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SELECT Landing_Outcome, COUNT(*) FROM SPACEXTBL GROUP BY Landing_Outcome;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FOLIUM | GEOSPATIAL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lab-jupyter-launch-site-location-v2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Read launch-site coordinates: Launch Site, Lat, Long and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Place a marker / circle at each unique launch site with an informative popup.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Use MarkerCluster to show individual successful and unsuccessful launches by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Calculate distances from sites to geographic features; interpret proximity as descriptive, not causal.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folium.Map(...) → folium.Marker(...) → MarkerCluster(...) → distance()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FOLIUM | PROXIMITY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Required map and distance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notebook defines tasks for site markers, launch-record markers and distances to nearby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Use a coordinate-based distance formula and annotate the measured start/end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Compare proximity to coastlines, roads or railways only when coordinates are available and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1888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no saved map render, launch markers or measured distances in the uploaded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PLOTLY DASH | INTERACTIVE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Dashboard source was not included in the six uploaded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Intended control: choose launch site (all sites or one site) and filter payload-mass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Success pie chart: show share of successful versus unsuccessful landings for the selected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Payload scatter: plot PayloadMass against Class, colored by booster version or other relevant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actual dashboard screenshots and Python app cannot be verified without the Dash lab/app.py.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PREDICTIVE ANALYSIS | MODELING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Notebook: SpaceX-Machine-Learning-Prediction-Part-5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Outcome: Class; numeric predictors standardized with StandardScaler.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Split: 80% train and 20% held-out test; random_state=2 per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Tune models with GridSearchCV using 10-fold cross-validation on training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Candidate algorithms: Logistic Regression, SVM, Decision Tree and KNN.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Compare cross-validation scores, then test-set accuracy and confusion matrices.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PREDICTIVE ANALYSIS |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Four classifiers in uploaded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Logistic Regression: linear decision boundary; tune regularization strength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SVM: margin-based classifier; tune kernel, C and gamma.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Decision Tree: nonlinear decision rules; tune depth and splitting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KNN: local neighborhood voting; tune n_neighbors and distance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no fit outputs or scores saved; best model cannot be established.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CONFUSION MATRIX | HOW TO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Required evaluation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True Positive: landing predicted and observed. True Negative: failure predicted and observed.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False Positive: predicted landing but booster did not land — particularly important for risk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False Negative: predicted failure but booster landed.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Report TP, TN, FP, FN and test accuracy; precision and recall can add operational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58384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RESULT STATUS: matrix code exists but no executed matrix image was supplied.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607040" cy="960120"/>
          </a:xfrm>
          <a:prstGeom prst="roundRect">
            <a:avLst/>
          </a:prstGeom>
          <a:solidFill>
            <a:srgbClr val="1B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CB65B"/>
                </a:solidFill>
                <a:latin typeface="Aptos"/>
              </a:defRPr>
            </a:pPr>
            <a:r>
              <a:t>confusion_matrix(Y_test, model.predict(X_test))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CONCLUSION | WHAT THE LABS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Evidence-based synthesis without fabricated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The workflow demonstrates how heterogeneous launch data can be collected, cleaned, queried, visualized and modeled.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Flight chronology, payload mass, orbit and launch site are useful candidate variables to investigate.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Four classification families provide a baseline for comparison using consistent holdout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18888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No defensible claim about the winning model, numerical accuracy or site rankings is possible until outputs are executed and captured.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INNOVATIVE INSIGHTS | NEXT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Follow-up analysis that adds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Separate the effect of experience (FlightNumber) from changing payload/orbit mix by stratified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Inspect false positives by launch site and orbit to find potentially high-risk operating regimes.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Evaluate calibration: are predicted landing probabilities reliable, not just classification labels?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Compare model performance over chronological splits to test whether historical accuracy transfers to later launches.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SOURCE: Uploaded IBM course notebook(s) | Results not executed in supplied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38912"/>
            <a:ext cx="82296" cy="658368"/>
          </a:xfrm>
          <a:prstGeom prst="rect">
            <a:avLst/>
          </a:prstGeom>
          <a:solidFill>
            <a:srgbClr val="2CC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2F7FC"/>
                </a:solidFill>
                <a:latin typeface="Aptos"/>
              </a:defRPr>
            </a:pPr>
            <a:r>
              <a:t>SUBMISSION | REQUIRED FINAL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CCBD8"/>
                </a:solidFill>
                <a:latin typeface="Aptos"/>
              </a:defRPr>
            </a:pPr>
            <a:r>
              <a:t>Important: this is a documented draft, not a verified 15/15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Run all notebooks and save charts, SQL output tables, Folium screenshots and model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Add missing Plotly Dash application / screenshots and actual success pie + payload scatter.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Replace result-status statements with verified numbers and interpretations.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06824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Upload all completed notebooks and Python scripts to a public GitHub repository; add its real URL to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58383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•  Export this edited presentation as PDF; upload PDF and provide GitHub URL in the course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19088"/>
            <a:ext cx="10789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CF"/>
                </a:solidFill>
                <a:latin typeface="Aptos"/>
              </a:defRPr>
            </a:pPr>
            <a:r>
              <a:t>No GitHub URL was supplied; none has been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2CCBD8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